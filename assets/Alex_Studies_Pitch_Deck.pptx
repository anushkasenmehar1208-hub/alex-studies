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DC78"/>
                </a:solidFill>
              </a:defRPr>
            </a:pPr>
            <a:r>
              <a:t>Alex Studies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68580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Your AI Professor for University Success</a:t>
            </a:r>
          </a:p>
        </p:txBody>
      </p:sp>
      <p:pic>
        <p:nvPicPr>
          <p:cNvPr id="4" name="Picture 3" descr="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9144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DC78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68580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Students struggle to complete and understand semester syllabi.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DC78"/>
                </a:solidFill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68580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AI-powered personalized study plans and tutoring.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DC78"/>
                </a:solidFill>
              </a:defRPr>
            </a:pPr>
            <a:r>
              <a:t>How AI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68580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AI teaches like a professor with adaptive explanations.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DC78"/>
                </a:solidFill>
              </a:defRPr>
            </a:pPr>
            <a:r>
              <a:t>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68580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OpenAI, Claude, Gemini, DeepSeek, Python, Reflex, Next.js, PostgreSQL, Cloud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DC78"/>
                </a:solidFill>
              </a:defRPr>
            </a:pPr>
            <a:r>
              <a:t>Why Alex Studies?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68580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Curriculum-aware, personalized, 24/7 guidance.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DC78"/>
                </a:solidFill>
              </a:defRPr>
            </a:pPr>
            <a: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68580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From Sri Lanka to millions of students worldwide.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DC78"/>
                </a:solidFill>
              </a:defRPr>
            </a:pPr>
            <a: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68580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Insert screenshots of dashboard, AI chat, study plan here.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1097280"/>
            <a:ext cx="3657600" cy="3657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PLACE WEBSITE</a:t>
            </a:r>
          </a:p>
          <a:p>
            <a:r>
              <a:t>SCREENSHOTS HERE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DC78"/>
                </a:solidFill>
              </a:defRPr>
            </a:pPr>
            <a:r>
              <a:t>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68580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Every university student deserves a personal AI professor.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DC78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68580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Paramanantham Lenujan</a:t>
            </a:r>
            <a:br/>
            <a:r>
              <a:t>University of Kelaniya</a:t>
            </a:r>
            <a:br/>
            <a:r>
              <a:t>alexstudies.com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